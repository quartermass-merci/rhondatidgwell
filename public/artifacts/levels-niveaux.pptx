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RUBRIC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i="1" spc="-200" kern="0" dirty="0">
                <a:solidFill>
                  <a:srgbClr val="F5F5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Levels.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1097280" y="4480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EVALUATION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5257800"/>
            <a:ext cx="320040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5577840"/>
            <a:ext cx="320040" cy="320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5595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5577840"/>
            <a:ext cx="320040" cy="3200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55595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5577840"/>
            <a:ext cx="320040" cy="3200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55595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5577840"/>
            <a:ext cx="320040" cy="320040"/>
          </a:xfrm>
          <a:prstGeom prst="ellipse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55595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5577840"/>
            <a:ext cx="320040" cy="3200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55595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   ·   ENGLISH EDITION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· FORMAL EVALUATION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EVALUATION RUBRIC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840480" cy="507492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109728" cy="5074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04  ·  EXCEEDS EXPECTATIONS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109728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Exceeds Expectations.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329184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of the required knowledge and skills with a high degree of effectiveness and accuracy.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of the resources available in organized and helpful ways — and find new ones when needed.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past learning to make deeper, richer connections between ideas.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learn with limited guidance from my teacher and peers.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the task and follow success criteria without relying on the examples provided. I make it my own.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IMPROVE, I WILL…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66760" y="1554480"/>
            <a:ext cx="329184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my study and work habits.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prior learning.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new connections between my learning, myself, prior learning, and the world.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to seek new ideas and inspiration through reading, watching, listening, and discussion.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· FORMAL EVALUATION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EVALUATION RUBRIC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840480" cy="507492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109728" cy="5074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03  ·  MEETS EXPECTATIONS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1097280" cy="0"/>
          </a:xfrm>
          <a:prstGeom prst="line">
            <a:avLst/>
          </a:prstGeom>
          <a:noFill/>
          <a:ln w="15875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Meets Expectations.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3291840" cy="0"/>
          </a:xfrm>
          <a:prstGeom prst="line">
            <a:avLst/>
          </a:prstGeom>
          <a:noFill/>
          <a:ln w="12700">
            <a:solidFill>
              <a:srgbClr val="4338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most of the required knowledge and skills with considerable effectiveness.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to look for help and how to use available resources.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instructions and demonstrate my full learning.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with my teachers when needed and apply feedback for improvement.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the learning task, follow the success criteria, and look at examples for inspiration.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IMPROVE, I WILL…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66760" y="1554480"/>
            <a:ext cx="3291840" cy="0"/>
          </a:xfrm>
          <a:prstGeom prst="line">
            <a:avLst/>
          </a:prstGeom>
          <a:noFill/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past learning and apply it to new learning.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conferencing with peers and my teachers.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connections between ideas learned and my own experiences.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new, unique ideas to make changes to the model provided.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full depth and breadth of my learning and understanding.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· FORMAL EVALUATION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EVALUATION RUBRIC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840480" cy="5074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109728" cy="5074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02  ·  APPROACHES EXPECTATIONS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1097280" cy="0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Approaches Expectations.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329184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some of the required knowledge and skills with some effectiveness and accuracy.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resources recommended to me.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task and make some connections to past learning.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considerable guidance from my teacher or peers.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most of the components of a task and rely heavily on examples or a model.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IMPROVE, I WILL…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66760" y="1554480"/>
            <a:ext cx="329184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my study and work habits.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help when needed.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learning regularly.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new ideas and inspiration through reading, watching, listening, and discussion.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success criteria, rubrics, anchor charts, and checklists during learning and before submitting a task.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· FORMAL EVALUATION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EVALUATION RUBRIC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840480" cy="5074920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109728" cy="507492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01  ·  DOES NOT MEET EXPECTATIONS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9F1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1097280" cy="0"/>
          </a:xfrm>
          <a:prstGeom prst="line">
            <a:avLst/>
          </a:prstGeom>
          <a:noFill/>
          <a:ln w="15875">
            <a:solidFill>
              <a:srgbClr val="9F12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Not Meet Expectations.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3291840" cy="0"/>
          </a:xfrm>
          <a:prstGeom prst="line">
            <a:avLst/>
          </a:prstGeom>
          <a:noFill/>
          <a:ln w="12700">
            <a:solidFill>
              <a:srgbClr val="9F12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show limited understanding or skills with limited effectiveness.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not make good use of the resources available to me.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needed a lot of help from the teacher or peers to complete the task.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my own thing and did not respect the core elements of the task or the examples provided.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not follow key elements of the success criteria or rubric.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IMPROVE, I WILL…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66760" y="1554480"/>
            <a:ext cx="3291840" cy="0"/>
          </a:xfrm>
          <a:prstGeom prst="line">
            <a:avLst/>
          </a:prstGeom>
          <a:noFill/>
          <a:ln w="12700">
            <a:solidFill>
              <a:srgbClr val="9F12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Reexamine and develop my study and work habits.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with the teacher regularly.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advantage of small-group learning during class or after school.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good use of all available resources.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find a positive and focused learning space.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help when needed and apply all feedback.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· FORMAL EVALUATION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EVALUATION RUBRIC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840480" cy="5074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109728" cy="50749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·  REMEDIAL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800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109728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Remedial.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32918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not attempt the learning task.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IMPROVE, I WILL…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66760" y="1554480"/>
            <a:ext cx="32918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my best.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positive attitude.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a growth mindset.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— and accept — help.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GRILLE POUR LES ÉLÈVES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i="1" spc="-200" kern="0" dirty="0">
                <a:solidFill>
                  <a:srgbClr val="F5F5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Niveaux.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1097280" y="4480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L’ÉVALUATION FORMELLE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5257800"/>
            <a:ext cx="320040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5577840"/>
            <a:ext cx="320040" cy="3200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55595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5577840"/>
            <a:ext cx="320040" cy="3200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55595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5577840"/>
            <a:ext cx="320040" cy="3200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55595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5577840"/>
            <a:ext cx="320040" cy="320040"/>
          </a:xfrm>
          <a:prstGeom prst="ellipse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55595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5577840"/>
            <a:ext cx="320040" cy="32004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55595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   ·   ÉDITION FRANÇAISE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· ÉVALUATION FORMELLE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D’ÉVALUATION FORMELLE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840480" cy="507492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109728" cy="5074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04  ·  SURPASSE LES ATTENTES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109728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Surpasse les attentes.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PEUX…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329184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Démontrer toutes les connaissances et habiletés avec efficacité.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toutes les ressources disponibles de façon efficace et chercher d’autres ressources quand nécessaire.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mon apprentissage du passé et de ma vie personnelle pour faire des liens riches entre les idées.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et apprendre avec une direction minimale de mon professeur.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la tâche et suivre les critères de succès sans dépendre des exemples.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AMÉLIORER, JE VAIS…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66760" y="1554480"/>
            <a:ext cx="329184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mes habiletés d’apprentissage et d’étude.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Réviser les concepts souvent.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des liens personnels et globaux qui sont riches.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Continuer à chercher de l’inspiration et développer une curiosité profonde.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· ÉVALUATION FORMELLE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D’ÉVALUATION FORMELLE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840480" cy="507492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109728" cy="5074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03  ·  ATTEINT LES ATTENTES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1097280" cy="0"/>
          </a:xfrm>
          <a:prstGeom prst="line">
            <a:avLst/>
          </a:prstGeom>
          <a:noFill/>
          <a:ln w="15875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Atteint les attentes.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PEUX…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3291840" cy="0"/>
          </a:xfrm>
          <a:prstGeom prst="line">
            <a:avLst/>
          </a:prstGeom>
          <a:noFill/>
          <a:ln w="12700">
            <a:solidFill>
              <a:srgbClr val="4338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Démontrer la majorité des connaissances et habiletés avec efficacité.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où trouver des ressources et comment les utiliser pour m’aider.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instructions et démontrer tout mon apprentissage au complet.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Profiter des conférences avec mon professeur et mes amis, et utiliser le feedback.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la tâche, suivre les critères de réussite et examiner les exemples.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AMÉLIORER, JE VAIS…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66760" y="1554480"/>
            <a:ext cx="3291840" cy="0"/>
          </a:xfrm>
          <a:prstGeom prst="line">
            <a:avLst/>
          </a:prstGeom>
          <a:noFill/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Réviser les concepts souvent et appliquer mes habiletés aux nouvelles opportunités d’apprentissage.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Continuer les conférences d’apprentissage.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des liens entre les idées, les concepts et mes expériences.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idées uniques pour transformer le modèle.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Démontrer tout mon apprentissage.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· ÉVALUATION FORMELLE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D’ÉVALUATION FORMELLE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840480" cy="5074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109728" cy="5074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02  ·  APPROCHE LES ATTENTES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1097280" cy="0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Approche les attentes.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PEUX…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329184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Démontrer quelques connaissances et habiletés nécessaires avec un peu d’efficacité.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les ressources disponibles.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à la tâche et faire quelques liens entre les concepts.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Avoir besoin de l’aide de mon professeur ou d’un ami.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la majorité de la tâche en dépendant de l’exemple ou du modèle.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AMÉLIORER, JE VAIS…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66760" y="1554480"/>
            <a:ext cx="3291840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mes habiletés d’études et d’apprentissage.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de l’aide quand nécessaire.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Réviser les concepts souvent.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de nouvelles idées et de l’inspiration.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critères de réussite, les rubriques et les affiches AVANT de remettre mon travail.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· ÉVALUATION FORMELLE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D’ÉVALUATION FORMELLE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840480" cy="5074920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109728" cy="507492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01  ·  NE SATISFAIT PAS LES ATTENTES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9F1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1097280" cy="0"/>
          </a:xfrm>
          <a:prstGeom prst="line">
            <a:avLst/>
          </a:prstGeom>
          <a:noFill/>
          <a:ln w="15875">
            <a:solidFill>
              <a:srgbClr val="9F12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satisfait pas les attentes.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S’EST PASSÉ…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3291840" cy="0"/>
          </a:xfrm>
          <a:prstGeom prst="line">
            <a:avLst/>
          </a:prstGeom>
          <a:noFill/>
          <a:ln w="12700">
            <a:solidFill>
              <a:srgbClr val="9F12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démontre une compréhension ou des habiletés avec une efficacité limitée.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 prends pas avantage des ressources disponibles.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J’ai eu besoin de beaucoup d’aide du prof ou de mes amis pour compléter la tâche.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n’ai pas respecté l’esprit de la tâche et je n’ai pas suivi les exemples discutés en classe.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n’ai pas suivi les critères de réussite.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AMÉLIORER, JE VAIS…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66760" y="1554480"/>
            <a:ext cx="3291840" cy="0"/>
          </a:xfrm>
          <a:prstGeom prst="line">
            <a:avLst/>
          </a:prstGeom>
          <a:noFill/>
          <a:ln w="12700">
            <a:solidFill>
              <a:srgbClr val="9F12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Réexaminer et développer mes habiletés d’apprentissage.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avantage des conférences avec mon professeur.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une variété de ressources fiables.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Réviser et étudier les concepts souvent.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ou trouver un espace où je peux bien apprendre.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de l’aide quand nécessaire.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· ÉVALUATION FORMELLE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D’ÉVALUATION FORMELLE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3840480" cy="5074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97280"/>
            <a:ext cx="109728" cy="50749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·  À REFAIRE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800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109728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refaire.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S’EST PASSÉ…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32918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n’ai pas essayé la tâche.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AMÉLIORER, JE VAIS…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66760" y="1554480"/>
            <a:ext cx="329184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737360"/>
            <a:ext cx="3474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Essayer.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Avoir une attitude positive.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Croire en moi.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et accepter de l’aide.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2026-04-10T14:14:33Z</dcterms:created>
  <dcterms:modified xsi:type="dcterms:W3CDTF">2026-04-10T14:14:33Z</dcterms:modified>
</cp:coreProperties>
</file>