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731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REPORTS · NOVEMBER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i="1" spc="-200" kern="0" dirty="0">
                <a:solidFill>
                  <a:srgbClr val="F5F5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Welcome.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1097280" y="4572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STUDENT-LED CONFERENCE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5349240"/>
            <a:ext cx="320040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6355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22   ·   LED BY ME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STUDENT-LED CONFERENCES · PROGRESS REPORTS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BEING HERE.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4173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Welcome.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5800" y="301752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taking the time to discuss my learning so far.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 will share my progress, my learning skills, and my well-being — along with reflections from my peers, my teachers, and my favourite learning memories.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ask for support from the caring adults in my life, and set SMART goals for this term so that I can be my best self.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STUDENT-LED CONFERENCES · PROGRESS REPORTS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ROLES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Who's in the room.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85800" y="2468880"/>
            <a:ext cx="36118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468880"/>
            <a:ext cx="36118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06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HOME CARING ADULT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encouragingly.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positive intentions.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questions.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my SMART goals.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Loves 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26280" y="2468880"/>
            <a:ext cx="36118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6280" y="2468880"/>
            <a:ext cx="3611880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606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92608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my reflections.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the discussion.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input.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help when I need it.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my best.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66760" y="2468880"/>
            <a:ext cx="36118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66760" y="2468880"/>
            <a:ext cx="361188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2606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SCHOOL CARING ADULT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95360" y="292608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encouragingly.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clarifying questions.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me when needed.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my SMART goals.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CCFB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84632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301752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reflection.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846320" y="5394960"/>
            <a:ext cx="2286000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STUDENT-LED CONFERENCES · PROGRESS REPORTS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REFLECTION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STUDENT-LED CONFERENCES · PROGRESS REPORTS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METACOGNITION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capable am I feeling at school this year?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85800" y="3108960"/>
            <a:ext cx="205740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108960"/>
            <a:ext cx="205740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5204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0" y="3108960"/>
            <a:ext cx="205740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65A30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3108960"/>
            <a:ext cx="2057400" cy="109728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35204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66360" y="3108960"/>
            <a:ext cx="205740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3108960"/>
            <a:ext cx="2057400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35204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06640" y="3108960"/>
            <a:ext cx="205740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C241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3108960"/>
            <a:ext cx="2057400" cy="1097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35204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46920" y="3108960"/>
            <a:ext cx="205740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9F123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46920" y="3108960"/>
            <a:ext cx="2057400" cy="109728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46920" y="35204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WORK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" y="4754880"/>
            <a:ext cx="108173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754880"/>
            <a:ext cx="73152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919472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BLOCKING ME FROM THE NEXT STEP IS…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" y="521208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(write here)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FFE4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9F1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84632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301752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well-being.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846320" y="5394960"/>
            <a:ext cx="2286000" cy="0"/>
          </a:xfrm>
          <a:prstGeom prst="line">
            <a:avLst/>
          </a:prstGeom>
          <a:noFill/>
          <a:ln w="15875">
            <a:solidFill>
              <a:srgbClr val="9F12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STUDENT-LED CONFERENCES · PROGRESS REPORTS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WELL-BEING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STUDENT-LED CONFERENCES · PROGRESS REPORTS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WELL-BEING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I'm doing, in my own words.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468880"/>
            <a:ext cx="5349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468880"/>
            <a:ext cx="73152" cy="114300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334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I FEEL…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(write here)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468880"/>
            <a:ext cx="5349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468880"/>
            <a:ext cx="73152" cy="114300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6334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LIKE MORE…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292608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(write here)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3749040"/>
            <a:ext cx="5349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49040"/>
            <a:ext cx="73152" cy="114300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91363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LIKE LESS…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420624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(write here)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3749040"/>
            <a:ext cx="5349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3749040"/>
            <a:ext cx="73152" cy="114300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91363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HOME CARING ADULTS CAN SUPPORT MY WELL-BEING BY…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420624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(write here)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" y="5029200"/>
            <a:ext cx="5349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5029200"/>
            <a:ext cx="73152" cy="114300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19379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SCHOOL CARING ADULTS CAN SUPPORT MY WELL-BEING BY…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548640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(write here)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E0E7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4338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84632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301752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learning skills.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846320" y="5394960"/>
            <a:ext cx="2286000" cy="0"/>
          </a:xfrm>
          <a:prstGeom prst="line">
            <a:avLst/>
          </a:prstGeom>
          <a:noFill/>
          <a:ln w="15875">
            <a:solidFill>
              <a:srgbClr val="433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STUDENT-LED CONFERENCES · PROGRESS REPORTS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LEARNING SKILLS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STUDENT-LED CONFERENCES · PROGRESS REPORTS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LEARNING SKILLS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work, not just what I know.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468880"/>
            <a:ext cx="5349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468880"/>
            <a:ext cx="73152" cy="11430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334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I FEEL…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(write here)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468880"/>
            <a:ext cx="5349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468880"/>
            <a:ext cx="73152" cy="11430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6334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LIKE MORE…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292608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(write here)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3749040"/>
            <a:ext cx="5349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49040"/>
            <a:ext cx="73152" cy="11430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91363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LIKE LESS…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420624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(write here)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3749040"/>
            <a:ext cx="5349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3749040"/>
            <a:ext cx="73152" cy="11430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91363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HOME CARING ADULTS CAN SUPPORT MY LEARNING SKILLS BY…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420624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(write here)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" y="5029200"/>
            <a:ext cx="5349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5029200"/>
            <a:ext cx="73152" cy="11430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19379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SCHOOL CARING ADULTS CAN SUPPORT MY LEARNING SKILLS BY…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548640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(write here)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84632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QUATRE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301752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 parcours en français.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846320" y="5394960"/>
            <a:ext cx="2286000" cy="0"/>
          </a:xfrm>
          <a:prstGeom prst="line">
            <a:avLst/>
          </a:prstGeom>
          <a:noFill/>
          <a:ln w="158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STUDENT-LED CONFERENCES · PROGRESS REPORTS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PARCOURS EN FRANÇAIS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STUDENT-LED CONFERENCES · PROGRESS REPORTS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OVERALL JOURNEY IN FRENCH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 am, where I'm headed.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468880"/>
            <a:ext cx="5349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468880"/>
            <a:ext cx="73152" cy="1143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334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I FEEL…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(write here)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468880"/>
            <a:ext cx="5349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468880"/>
            <a:ext cx="73152" cy="1143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6334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LIKE MORE…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292608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(write here)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3749040"/>
            <a:ext cx="5349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49040"/>
            <a:ext cx="73152" cy="1143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91363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LIKE LESS…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420624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(write here)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3749040"/>
            <a:ext cx="5349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3749040"/>
            <a:ext cx="73152" cy="1143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91363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HOME CARING ADULTS CAN SUPPORT MY FRENCH LEARNING JOURNEY BY…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420624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(write here)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" y="5029200"/>
            <a:ext cx="5349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5029200"/>
            <a:ext cx="73152" cy="1143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19379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SCHOOL CARING ADULTS CAN SUPPORT MY FRENCH LEARNING JOURNEY BY…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548640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(write here)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DCFC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84632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301752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learning memories.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846320" y="5394960"/>
            <a:ext cx="2286000" cy="0"/>
          </a:xfrm>
          <a:prstGeom prst="line">
            <a:avLst/>
          </a:prstGeom>
          <a:noFill/>
          <a:ln w="15875">
            <a:solidFill>
              <a:srgbClr val="145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STUDENT-LED CONFERENCES · PROGRESS REPORTS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LEARNING MEMORIES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STUDENT-LED CONFERENCES · PROGRESS REPORTS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OF THE YEAR SO FAR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Moments worth remembering.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560320"/>
            <a:ext cx="53492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560320"/>
            <a:ext cx="73152" cy="16916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72491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PROMPT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favourite moment in class so far was…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560320"/>
            <a:ext cx="53492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560320"/>
            <a:ext cx="73152" cy="16916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72491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PROMPT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301752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am proud of myself for…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4389120"/>
            <a:ext cx="53492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389120"/>
            <a:ext cx="73152" cy="16916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55371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PROMPT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484632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helped a classmate when I…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4389120"/>
            <a:ext cx="53492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4389120"/>
            <a:ext cx="73152" cy="16916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55371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PROMPT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484632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favourite learning activity so far was…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LEARNING MEMORIES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STUDENT-LED CONFERENCES · PROGRESS REPORTS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OF THE YEAR SO FAR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Moments worth remembering.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560320"/>
            <a:ext cx="53492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560320"/>
            <a:ext cx="73152" cy="16916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72491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PROMPT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overcame an obstacle when I…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560320"/>
            <a:ext cx="53492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560320"/>
            <a:ext cx="73152" cy="16916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72491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PROMPT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301752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demonstrated leadership when I…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4389120"/>
            <a:ext cx="53492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389120"/>
            <a:ext cx="73152" cy="16916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55371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PROMPT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484632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year, I really want to learn to / learn about…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4389120"/>
            <a:ext cx="53492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4389120"/>
            <a:ext cx="73152" cy="16916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55371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PROMPT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484632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far in Memrise, I have learned this many words…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F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6B21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84632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SIX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301752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 my goals.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846320" y="5394960"/>
            <a:ext cx="2286000" cy="0"/>
          </a:xfrm>
          <a:prstGeom prst="line">
            <a:avLst/>
          </a:prstGeom>
          <a:noFill/>
          <a:ln w="15875">
            <a:solidFill>
              <a:srgbClr val="6B21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STUDENT-LED CONFERENCES · PROGRESS REPORTS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GOALS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STUDENT-LED CONFERENCES · PROGRESS REPORTS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GOALS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good goal is a SMART one.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85800" y="2560320"/>
            <a:ext cx="2057400" cy="3108960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560320"/>
            <a:ext cx="2057400" cy="10972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4320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i="1" dirty="0">
                <a:solidFill>
                  <a:srgbClr val="6B21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8800" dirty="0"/>
          </a:p>
        </p:txBody>
      </p:sp>
      <p:sp>
        <p:nvSpPr>
          <p:cNvPr id="14" name="Text 12"/>
          <p:cNvSpPr/>
          <p:nvPr/>
        </p:nvSpPr>
        <p:spPr>
          <a:xfrm>
            <a:off x="685800" y="4206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and well-defined.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2560320"/>
            <a:ext cx="2057400" cy="3108960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2560320"/>
            <a:ext cx="2057400" cy="10972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274320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i="1" dirty="0">
                <a:solidFill>
                  <a:srgbClr val="6B21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800" dirty="0"/>
          </a:p>
        </p:txBody>
      </p:sp>
      <p:sp>
        <p:nvSpPr>
          <p:cNvPr id="19" name="Text 17"/>
          <p:cNvSpPr/>
          <p:nvPr/>
        </p:nvSpPr>
        <p:spPr>
          <a:xfrm>
            <a:off x="2926080" y="4206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63240" y="45720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tell when it's done.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66360" y="2560320"/>
            <a:ext cx="2057400" cy="3108960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6360" y="2560320"/>
            <a:ext cx="2057400" cy="10972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274320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i="1" dirty="0">
                <a:solidFill>
                  <a:srgbClr val="6B21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8800" dirty="0"/>
          </a:p>
        </p:txBody>
      </p:sp>
      <p:sp>
        <p:nvSpPr>
          <p:cNvPr id="24" name="Text 22"/>
          <p:cNvSpPr/>
          <p:nvPr/>
        </p:nvSpPr>
        <p:spPr>
          <a:xfrm>
            <a:off x="5166360" y="4206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45720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for right now.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06640" y="2560320"/>
            <a:ext cx="2057400" cy="3108960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06640" y="2560320"/>
            <a:ext cx="2057400" cy="10972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274320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i="1" dirty="0">
                <a:solidFill>
                  <a:srgbClr val="6B21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8800" dirty="0"/>
          </a:p>
        </p:txBody>
      </p:sp>
      <p:sp>
        <p:nvSpPr>
          <p:cNvPr id="29" name="Text 27"/>
          <p:cNvSpPr/>
          <p:nvPr/>
        </p:nvSpPr>
        <p:spPr>
          <a:xfrm>
            <a:off x="7406640" y="4206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43800" y="45720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 to your learning.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646920" y="2560320"/>
            <a:ext cx="2057400" cy="3108960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46920" y="2560320"/>
            <a:ext cx="2057400" cy="10972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46920" y="274320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i="1" dirty="0">
                <a:solidFill>
                  <a:srgbClr val="6B21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8800" dirty="0"/>
          </a:p>
        </p:txBody>
      </p:sp>
      <p:sp>
        <p:nvSpPr>
          <p:cNvPr id="34" name="Text 32"/>
          <p:cNvSpPr/>
          <p:nvPr/>
        </p:nvSpPr>
        <p:spPr>
          <a:xfrm>
            <a:off x="9646920" y="4206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784080" y="45720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deadline you can see.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" y="5806440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Goal-setting helps me plan — and gives caring adults a clear way to support me.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SMART GOAL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STUDENT-LED CONFERENCES · PROGRESS REPORTS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SMART goal.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85800" y="2423160"/>
            <a:ext cx="5349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423160"/>
            <a:ext cx="73152" cy="11430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5877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SMART GOAL THIS TERM IS…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88036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(write here)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423160"/>
            <a:ext cx="5349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423160"/>
            <a:ext cx="73152" cy="11430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5877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THIS GOAL IS IMPORTANT BECAUSE…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288036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(write here)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5349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03320"/>
            <a:ext cx="73152" cy="11430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86791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HAVE ACHIEVED THIS GOAL WHEN…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416052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(write here)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3703320"/>
            <a:ext cx="5349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3703320"/>
            <a:ext cx="73152" cy="11430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86791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ORDER TO ACHIEVE THIS GOAL, I WILL…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416052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(write here)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" y="4983480"/>
            <a:ext cx="5349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983480"/>
            <a:ext cx="73152" cy="11430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1480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HELP FROM MY TEACHER TO…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544068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(write here)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63640" y="4983480"/>
            <a:ext cx="5349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3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4983480"/>
            <a:ext cx="73152" cy="11430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51480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HELP FROM MY FAMILY TO…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92240" y="544068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(write here)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STUDENT-LED CONFERENCES · PROGRESS REPORTS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68580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my caring adults have any questions or comments?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4526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my teacher have any questions for me?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731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i="1" spc="-200" kern="0" dirty="0">
                <a:solidFill>
                  <a:srgbClr val="F5F5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1097280" y="4572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LEADING THIS CONFERENCE WITH ME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5349240"/>
            <a:ext cx="320040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6355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   ·   UNTIL NEXT TERM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2026-04-10T14:17:53Z</dcterms:created>
  <dcterms:modified xsi:type="dcterms:W3CDTF">2026-04-10T14:17:53Z</dcterms:modified>
</cp:coreProperties>
</file>